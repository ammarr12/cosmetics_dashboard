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D4A5A5"/>
    <a:srgbClr val="F8FAFC"/>
    <a:srgbClr val="E2E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5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6A6E-1837-4B59-A77C-CADB85A10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773C3-1967-4C28-9E85-B704E6C49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9A7BE-E436-437D-A96E-38ABB0F9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F5AA9-59FA-4AA9-B426-1F38919D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E7395-E15D-4A70-BE08-B701B989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368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25F3-6420-4707-8357-B8313FCF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6087-8E75-4B2B-A198-8DDFCEA6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8EEF4-4B31-44D3-B9F3-BC7BB223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EF119-A133-4B1B-B237-6158A2C6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AB6A-58C7-4647-88FE-95611857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44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2727-CCD9-4283-8514-7B3BD31EE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D6842-69A5-4F59-B224-09D1E4F7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FB9D2-8AB8-4340-A03D-F760D0661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8FFB4-7567-4573-861A-C5A57C46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861F4-D629-4D2F-820A-8673CBF3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58475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F1B0-47DE-4239-A849-F73F02FC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1602E-E8B2-43CE-B6FE-E74991447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334B5-3E31-4278-915A-655CDAD8D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CD335-CF6B-4D93-BCBB-6EF20C89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8F15A-95F2-4985-A7EC-7EA6D814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B427E-233D-4925-ABF6-E95F7AE0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153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00A1-C621-4F6B-864F-5213AF8C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EF8DF-BB4C-4056-BEBD-1BC3DE246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009B1-4CFC-4B6A-9602-724BB2031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4A235-E2A7-455D-9796-5D4F6022F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786EB-F6DB-4FF4-B35C-6CF154119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F856A1-76C0-45F3-B92E-27AB42FE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793D00-077D-4324-BBFE-3C744705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6E5C4-AF6D-46ED-8D56-64D3F3E0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58220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7F38-7CE8-4840-B51E-B73FC17D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07E1C-91FC-47B3-B23A-07EE040E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C7807-F452-4BDC-A995-51B1EA6A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EC9EC-3FC1-48BA-9E6D-D170F36AA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695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35CB0-6B14-45B9-88CB-E574E9CF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DF987-5FDF-485F-A6F0-7BF7A8B3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C9C3E-D1B3-451C-B13E-1DD64BF1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297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F5463-5F1A-4E1A-B87E-F39E0198F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A870B-0EEA-4D63-B673-887157594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AC32D-CA02-4B15-8591-07B4037AB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26D2A-E001-43E2-A20D-CF9F6DF9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A632D-ED7A-44DE-B43A-76AC9124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77679-BEF8-4874-A6E0-641F63C6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644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F24C-BEE4-467E-9DF6-F72CFAA5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8EEE37-1531-4816-B0F2-F6A35C2CE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BEEDA-53F1-4AD1-BC8D-512E0E43A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482DF-808B-4FCA-8BB6-B743A38E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34189-61D9-4310-84ED-1EF2E65A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0402E-47F4-4FF1-80CB-B46430A4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181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BE7E-7FD6-4668-BB2C-B6D3B2A3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492FB-54AA-4284-AB5C-DF622BAFE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CB57-0298-4643-9FD9-D576C641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E6281-AC64-46E1-B7C2-1CAD5FC5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AB0CF-1A42-442F-B33F-1616F28F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3844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C61C2-0C81-4080-8FBF-2E010B4CF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58EF3-1E76-4DF8-9E06-F7813A257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492EF-300E-4774-AF8F-3E6A4025B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D10A7-4471-4B42-A2CB-3323F344B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BE123-B9EF-49B1-B0B1-4F2B9FC5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201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1E71E-AE6B-45E4-981F-E329334D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36889-EB6F-4B72-A227-6D265E42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D04DE-9F81-4F91-9703-74702589C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20291-9062-44BB-986F-23B1D1419D9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4517B-1D0E-4552-AFCD-307857C75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A54E3-C5E7-4E27-BF66-80897DFED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74806-FF5B-4371-9E74-1FB061529D6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22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46D761-F4AD-4A5B-A41D-30838E2B3E4D}"/>
              </a:ext>
            </a:extLst>
          </p:cNvPr>
          <p:cNvSpPr/>
          <p:nvPr/>
        </p:nvSpPr>
        <p:spPr>
          <a:xfrm rot="5400000">
            <a:off x="-1985212" y="3169116"/>
            <a:ext cx="5674094" cy="1703673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E7FEE6-597D-4D7A-8475-33DBDE45573A}"/>
              </a:ext>
            </a:extLst>
          </p:cNvPr>
          <p:cNvSpPr/>
          <p:nvPr/>
        </p:nvSpPr>
        <p:spPr>
          <a:xfrm rot="5400000">
            <a:off x="-2485727" y="2485727"/>
            <a:ext cx="6858003" cy="1886553"/>
          </a:xfrm>
          <a:prstGeom prst="roundRect">
            <a:avLst>
              <a:gd name="adj" fmla="val 0"/>
            </a:avLst>
          </a:prstGeom>
          <a:solidFill>
            <a:srgbClr val="D4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34B59A-9D8F-4347-AD49-6B932A6583B2}"/>
              </a:ext>
            </a:extLst>
          </p:cNvPr>
          <p:cNvSpPr/>
          <p:nvPr/>
        </p:nvSpPr>
        <p:spPr>
          <a:xfrm>
            <a:off x="1989171" y="515781"/>
            <a:ext cx="2373934" cy="125547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C8EEA7-0A07-4F95-96E5-E28955BC5EA5}"/>
              </a:ext>
            </a:extLst>
          </p:cNvPr>
          <p:cNvSpPr/>
          <p:nvPr/>
        </p:nvSpPr>
        <p:spPr>
          <a:xfrm>
            <a:off x="4504286" y="515781"/>
            <a:ext cx="2373933" cy="125547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CF65DC4-226A-4B73-A9A6-31BB8B3ACBEE}"/>
              </a:ext>
            </a:extLst>
          </p:cNvPr>
          <p:cNvSpPr/>
          <p:nvPr/>
        </p:nvSpPr>
        <p:spPr>
          <a:xfrm>
            <a:off x="7019400" y="515781"/>
            <a:ext cx="2373933" cy="125547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B9BB71-BD39-44E9-8FC0-A1929ED49656}"/>
              </a:ext>
            </a:extLst>
          </p:cNvPr>
          <p:cNvSpPr/>
          <p:nvPr/>
        </p:nvSpPr>
        <p:spPr>
          <a:xfrm>
            <a:off x="9534514" y="515782"/>
            <a:ext cx="2486536" cy="125546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F7C337-97AE-4DB7-88C6-B81E8E04D59F}"/>
              </a:ext>
            </a:extLst>
          </p:cNvPr>
          <p:cNvSpPr/>
          <p:nvPr/>
        </p:nvSpPr>
        <p:spPr>
          <a:xfrm>
            <a:off x="2000422" y="1985423"/>
            <a:ext cx="4914556" cy="222512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A536FA-7F26-4196-8C1A-805B465FA3F0}"/>
              </a:ext>
            </a:extLst>
          </p:cNvPr>
          <p:cNvSpPr/>
          <p:nvPr/>
        </p:nvSpPr>
        <p:spPr>
          <a:xfrm>
            <a:off x="2000422" y="4521045"/>
            <a:ext cx="4914556" cy="222512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FB03C3-09BA-4749-AC73-56D7AEEC6275}"/>
              </a:ext>
            </a:extLst>
          </p:cNvPr>
          <p:cNvSpPr/>
          <p:nvPr/>
        </p:nvSpPr>
        <p:spPr>
          <a:xfrm>
            <a:off x="7106495" y="1985422"/>
            <a:ext cx="4914556" cy="222512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D8C887-1B49-4D9C-9D10-30BC3D156227}"/>
              </a:ext>
            </a:extLst>
          </p:cNvPr>
          <p:cNvSpPr/>
          <p:nvPr/>
        </p:nvSpPr>
        <p:spPr>
          <a:xfrm>
            <a:off x="7106495" y="4521044"/>
            <a:ext cx="4914556" cy="222512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A202AA-5EAB-4364-B879-B08A0F99D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4436" y="-980556"/>
            <a:ext cx="3195421" cy="319542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AD6268-3D8D-404C-B6B6-16D7C34BA232}"/>
              </a:ext>
            </a:extLst>
          </p:cNvPr>
          <p:cNvSpPr/>
          <p:nvPr/>
        </p:nvSpPr>
        <p:spPr>
          <a:xfrm>
            <a:off x="6479070" y="49193"/>
            <a:ext cx="1167927" cy="330607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Select All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F81A0E-5C8D-460E-ACD7-8831ECC2F123}"/>
              </a:ext>
            </a:extLst>
          </p:cNvPr>
          <p:cNvSpPr/>
          <p:nvPr/>
        </p:nvSpPr>
        <p:spPr>
          <a:xfrm>
            <a:off x="7888978" y="49192"/>
            <a:ext cx="1167927" cy="330607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2023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59C11C-4D42-4ABC-B6AF-0B40F2146AC3}"/>
              </a:ext>
            </a:extLst>
          </p:cNvPr>
          <p:cNvSpPr/>
          <p:nvPr/>
        </p:nvSpPr>
        <p:spPr>
          <a:xfrm>
            <a:off x="9298886" y="56766"/>
            <a:ext cx="1167927" cy="330607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2022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CCEA1E-6186-440A-AC64-7A079778337E}"/>
              </a:ext>
            </a:extLst>
          </p:cNvPr>
          <p:cNvSpPr/>
          <p:nvPr/>
        </p:nvSpPr>
        <p:spPr>
          <a:xfrm>
            <a:off x="10708794" y="47734"/>
            <a:ext cx="1167927" cy="330607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2021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30C7A2-E23E-428F-A464-8A474ECE256F}"/>
              </a:ext>
            </a:extLst>
          </p:cNvPr>
          <p:cNvSpPr txBox="1"/>
          <p:nvPr/>
        </p:nvSpPr>
        <p:spPr>
          <a:xfrm>
            <a:off x="2000422" y="41072"/>
            <a:ext cx="423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 SemiBold" panose="020B0502040204020203" pitchFamily="34" charset="0"/>
              </a:rPr>
              <a:t>Dashboard Overview</a:t>
            </a:r>
            <a:endParaRPr lang="en-PK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539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46D761-F4AD-4A5B-A41D-30838E2B3E4D}"/>
              </a:ext>
            </a:extLst>
          </p:cNvPr>
          <p:cNvSpPr/>
          <p:nvPr/>
        </p:nvSpPr>
        <p:spPr>
          <a:xfrm rot="5400000">
            <a:off x="-1985212" y="3169116"/>
            <a:ext cx="5674094" cy="1703673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E7FEE6-597D-4D7A-8475-33DBDE45573A}"/>
              </a:ext>
            </a:extLst>
          </p:cNvPr>
          <p:cNvSpPr/>
          <p:nvPr/>
        </p:nvSpPr>
        <p:spPr>
          <a:xfrm rot="5400000">
            <a:off x="-2485727" y="2485727"/>
            <a:ext cx="6858003" cy="1886553"/>
          </a:xfrm>
          <a:prstGeom prst="roundRect">
            <a:avLst>
              <a:gd name="adj" fmla="val 0"/>
            </a:avLst>
          </a:prstGeom>
          <a:solidFill>
            <a:srgbClr val="D4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F7C337-97AE-4DB7-88C6-B81E8E04D59F}"/>
              </a:ext>
            </a:extLst>
          </p:cNvPr>
          <p:cNvSpPr/>
          <p:nvPr/>
        </p:nvSpPr>
        <p:spPr>
          <a:xfrm>
            <a:off x="2000422" y="644893"/>
            <a:ext cx="3755485" cy="35992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A536FA-7F26-4196-8C1A-805B465FA3F0}"/>
              </a:ext>
            </a:extLst>
          </p:cNvPr>
          <p:cNvSpPr/>
          <p:nvPr/>
        </p:nvSpPr>
        <p:spPr>
          <a:xfrm>
            <a:off x="2000422" y="4395291"/>
            <a:ext cx="5257026" cy="2322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FB03C3-09BA-4749-AC73-56D7AEEC6275}"/>
              </a:ext>
            </a:extLst>
          </p:cNvPr>
          <p:cNvSpPr/>
          <p:nvPr/>
        </p:nvSpPr>
        <p:spPr>
          <a:xfrm>
            <a:off x="5958038" y="644894"/>
            <a:ext cx="6063012" cy="359920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A202AA-5EAB-4364-B879-B08A0F99D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4436" y="-980556"/>
            <a:ext cx="3195421" cy="319542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AD6268-3D8D-404C-B6B6-16D7C34BA232}"/>
              </a:ext>
            </a:extLst>
          </p:cNvPr>
          <p:cNvSpPr/>
          <p:nvPr/>
        </p:nvSpPr>
        <p:spPr>
          <a:xfrm>
            <a:off x="6479070" y="49193"/>
            <a:ext cx="1167927" cy="453544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Select All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F81A0E-5C8D-460E-ACD7-8831ECC2F123}"/>
              </a:ext>
            </a:extLst>
          </p:cNvPr>
          <p:cNvSpPr/>
          <p:nvPr/>
        </p:nvSpPr>
        <p:spPr>
          <a:xfrm>
            <a:off x="7888978" y="39063"/>
            <a:ext cx="1167927" cy="453544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2023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59C11C-4D42-4ABC-B6AF-0B40F2146AC3}"/>
              </a:ext>
            </a:extLst>
          </p:cNvPr>
          <p:cNvSpPr/>
          <p:nvPr/>
        </p:nvSpPr>
        <p:spPr>
          <a:xfrm>
            <a:off x="9298886" y="56766"/>
            <a:ext cx="1167927" cy="445970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2022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CCEA1E-6186-440A-AC64-7A079778337E}"/>
              </a:ext>
            </a:extLst>
          </p:cNvPr>
          <p:cNvSpPr/>
          <p:nvPr/>
        </p:nvSpPr>
        <p:spPr>
          <a:xfrm>
            <a:off x="10708794" y="47735"/>
            <a:ext cx="1167927" cy="445970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2021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30C7A2-E23E-428F-A464-8A474ECE256F}"/>
              </a:ext>
            </a:extLst>
          </p:cNvPr>
          <p:cNvSpPr txBox="1"/>
          <p:nvPr/>
        </p:nvSpPr>
        <p:spPr>
          <a:xfrm>
            <a:off x="2000422" y="41072"/>
            <a:ext cx="423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 SemiBold" panose="020B0502040204020203" pitchFamily="34" charset="0"/>
              </a:rPr>
              <a:t>Region View </a:t>
            </a:r>
            <a:endParaRPr lang="en-PK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9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46D761-F4AD-4A5B-A41D-30838E2B3E4D}"/>
              </a:ext>
            </a:extLst>
          </p:cNvPr>
          <p:cNvSpPr/>
          <p:nvPr/>
        </p:nvSpPr>
        <p:spPr>
          <a:xfrm rot="5400000">
            <a:off x="-1985212" y="3169116"/>
            <a:ext cx="5674094" cy="1703673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E7FEE6-597D-4D7A-8475-33DBDE45573A}"/>
              </a:ext>
            </a:extLst>
          </p:cNvPr>
          <p:cNvSpPr/>
          <p:nvPr/>
        </p:nvSpPr>
        <p:spPr>
          <a:xfrm rot="5400000">
            <a:off x="-2485727" y="2485727"/>
            <a:ext cx="6858003" cy="1886553"/>
          </a:xfrm>
          <a:prstGeom prst="roundRect">
            <a:avLst>
              <a:gd name="adj" fmla="val 0"/>
            </a:avLst>
          </a:prstGeom>
          <a:solidFill>
            <a:srgbClr val="D4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F7C337-97AE-4DB7-88C6-B81E8E04D59F}"/>
              </a:ext>
            </a:extLst>
          </p:cNvPr>
          <p:cNvSpPr/>
          <p:nvPr/>
        </p:nvSpPr>
        <p:spPr>
          <a:xfrm>
            <a:off x="2000422" y="617154"/>
            <a:ext cx="3755485" cy="17766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FB03C3-09BA-4749-AC73-56D7AEEC6275}"/>
              </a:ext>
            </a:extLst>
          </p:cNvPr>
          <p:cNvSpPr/>
          <p:nvPr/>
        </p:nvSpPr>
        <p:spPr>
          <a:xfrm>
            <a:off x="5869777" y="617153"/>
            <a:ext cx="6063012" cy="366769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A202AA-5EAB-4364-B879-B08A0F99D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4436" y="-980556"/>
            <a:ext cx="3195421" cy="319542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AD6268-3D8D-404C-B6B6-16D7C34BA232}"/>
              </a:ext>
            </a:extLst>
          </p:cNvPr>
          <p:cNvSpPr/>
          <p:nvPr/>
        </p:nvSpPr>
        <p:spPr>
          <a:xfrm>
            <a:off x="6479070" y="49193"/>
            <a:ext cx="1167927" cy="453544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Select All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F81A0E-5C8D-460E-ACD7-8831ECC2F123}"/>
              </a:ext>
            </a:extLst>
          </p:cNvPr>
          <p:cNvSpPr/>
          <p:nvPr/>
        </p:nvSpPr>
        <p:spPr>
          <a:xfrm>
            <a:off x="7888978" y="39063"/>
            <a:ext cx="1167927" cy="453544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2023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59C11C-4D42-4ABC-B6AF-0B40F2146AC3}"/>
              </a:ext>
            </a:extLst>
          </p:cNvPr>
          <p:cNvSpPr/>
          <p:nvPr/>
        </p:nvSpPr>
        <p:spPr>
          <a:xfrm>
            <a:off x="9298886" y="56766"/>
            <a:ext cx="1167927" cy="445970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2022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CCEA1E-6186-440A-AC64-7A079778337E}"/>
              </a:ext>
            </a:extLst>
          </p:cNvPr>
          <p:cNvSpPr/>
          <p:nvPr/>
        </p:nvSpPr>
        <p:spPr>
          <a:xfrm>
            <a:off x="10708794" y="47735"/>
            <a:ext cx="1167927" cy="445970"/>
          </a:xfrm>
          <a:prstGeom prst="roundRect">
            <a:avLst/>
          </a:prstGeom>
          <a:solidFill>
            <a:srgbClr val="D4A5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2021</a:t>
            </a:r>
            <a:endParaRPr lang="en-PK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30C7A2-E23E-428F-A464-8A474ECE256F}"/>
              </a:ext>
            </a:extLst>
          </p:cNvPr>
          <p:cNvSpPr txBox="1"/>
          <p:nvPr/>
        </p:nvSpPr>
        <p:spPr>
          <a:xfrm>
            <a:off x="2000422" y="41072"/>
            <a:ext cx="423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 SemiBold" panose="020B0502040204020203" pitchFamily="34" charset="0"/>
              </a:rPr>
              <a:t>KPI Analysis</a:t>
            </a:r>
            <a:endParaRPr lang="en-PK" sz="2400" dirty="0">
              <a:latin typeface="Bahnschrift SemiBold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7490A14-F037-4AF6-90CD-DA5CEDAA6AE3}"/>
              </a:ext>
            </a:extLst>
          </p:cNvPr>
          <p:cNvSpPr/>
          <p:nvPr/>
        </p:nvSpPr>
        <p:spPr>
          <a:xfrm>
            <a:off x="2009228" y="2508211"/>
            <a:ext cx="3755485" cy="17766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C9F0F9-F426-49F1-B17A-0870328D38B4}"/>
              </a:ext>
            </a:extLst>
          </p:cNvPr>
          <p:cNvSpPr/>
          <p:nvPr/>
        </p:nvSpPr>
        <p:spPr>
          <a:xfrm>
            <a:off x="2017996" y="4399268"/>
            <a:ext cx="3755485" cy="23095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35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21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Bahnschrift SemiBold</vt:lpstr>
      <vt:lpstr>Calibri</vt:lpstr>
      <vt:lpstr>Calibri Light</vt:lpstr>
      <vt:lpstr>Segoe UI Semibold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ABC</cp:lastModifiedBy>
  <cp:revision>16</cp:revision>
  <dcterms:created xsi:type="dcterms:W3CDTF">2026-05-10T01:04:51Z</dcterms:created>
  <dcterms:modified xsi:type="dcterms:W3CDTF">2026-05-10T15:59:46Z</dcterms:modified>
</cp:coreProperties>
</file>